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6161D"/>
                </a:solidFill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6E6E7C"/>
                </a:solidFill>
              </a:rPr>
              <a:t>Bug Report Capture Tool — Chrome Extension + Node/Express Server</a:t>
            </a:r>
          </a:p>
        </p:txBody>
      </p:sp>
      <p:pic>
        <p:nvPicPr>
          <p:cNvPr id="5" name="Picture 4" descr="ico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What is Argus?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A jam.dev-style bug capture tool for QA and developers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Chrome MV3 extension captures: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Screenshots (select an area of the page)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Screen recordings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Console logs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Network request logs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Node/Express server stores captures and renders a shareable report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Reports are viewable at http://&lt;server&gt;/report/&lt;id&gt;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Architecture —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background.js — service worker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content.js / injected.js / overlay.js — content scripts (selection, stop widget, modals)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popup/ — action popup (capture UI)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recording-controls/ — floating recording-controls window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drafts/ — local drafts &amp; recordings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library/ — "All Argus" library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shared/theme.css — shared design tokens &amp; base components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offscreen.html/js — offscreen document (recording pipeline)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manifest.json — Manifest V3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Architecture —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src/index.js — Express app / routes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src/storage.js — flat-file storage (server/data/reports/&lt;uuid&gt;/...)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public/report.html | report.css | report.js — server-rendered report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Runs on localhost:4000 by default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Start with: cd server &amp;&amp; npm install &amp;&amp; npm start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Core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1. Open popup → choose Screenshot or Recording mode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2. Select an area (screenshot) or start/stop recording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3. Console &amp; network logs are captured alongside the capture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4. Preview modal → name it, add notes, Create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5. Draft saved locally (Drafts page) or sent to server as a Report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6. Report page shareable via link — view capture, environment, console &amp; network tabs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7. Add description / comments on the report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Recent Update — Color Rebrand (2026-06-16)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Primary color changed from coral to green: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--color-primary: #ff6b6b -&gt; #22c55e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--color-primary-hover: #f25c5c -&gt; #16a34a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--color-primary-dark: #e5484d -&gt; #15803d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--color-primary-soft: #fff1f0 -&gt; #ecfdf5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Applied across theme.css and report.css design tokens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All "positive" actions are now green: Select Area, Open, Create Report, Save, Post Comment, Create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Delete buttons &amp; error states remain red (--color-danger: #dc2626)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Recording indicator dots stay red, even though primary is now green</a:t>
            </a:r>
          </a:p>
        </p:txBody>
      </p:sp>
      <p:pic>
        <p:nvPicPr>
          <p:cNvPr id="5" name="Picture 4" descr="ico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Recent Update — Full UI Redesign (2026-06-15/16)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New shared design-token system (extension/shared/theme.css), mirrored in report.css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Tokens: color palette, radii, shadows, font stack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Shared components: .brand / .brand-mark, .btn-primary/.btn-secondary/.btn-danger, form fields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Redesigned surfaces: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Popup — brand header, mode toggle, source toggle, log counters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Recording-controls window — status dot, label, stop button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In-page overlay — selection, stop widget, capture modal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Drafts page — card grid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Library page — row list with Open/Copy Link/Delete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Server report page — topbar, capture/description/comments cards, log tabs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Recent Update — Recording Error Cutoff Fix (2026-06-15)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Issue: error message "Recording failed: Recording must b... [Close]" was cut off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Fix: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Added id="widget" and a .widget.error class that grows the box and wraps text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Resized the recording-controls window to 420x110 in showError()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Result: full error messages are now readable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New 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Regenerated extension icons (16 / 48 / 128 px)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Same ring/donut shape as before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Recolored to the new primary green (#22c55e)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Generated programmatically via Python + Pillow</a:t>
            </a:r>
          </a:p>
        </p:txBody>
      </p:sp>
      <p:pic>
        <p:nvPicPr>
          <p:cNvPr id="5" name="Picture 4" descr="ico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Open / Deferred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Deployment &amp; free-storage research — tabled for now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server/data/reports/ is flat-file storage (~14MB across 14 reports, no database)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Project rename — still deciding on a Greek-mythology theme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Candidates: Hermes, Iris, Mnemosyne, Helios, Pheme, Apollo, Hephaestus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Current name "Argus" remains until a decision is made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161D"/>
                </a:solidFill>
              </a:rPr>
              <a:t>QA / Sharing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Load extension/ unpacked via chrome://extensions (Developer mode)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Not published to the Chrome Web Store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Server options: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Run locally: cd server &amp;&amp; npm install &amp;&amp; npm start (localhost:4000)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6E6E7C"/>
                </a:solidFill>
              </a:rPr>
              <a:t>Or point popup's "Server URL" field at a shared server's LAN IP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6161D"/>
                </a:solidFill>
              </a:rPr>
              <a:t>Reports viewable at http://&lt;server&gt;/report/&lt;id&gt;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